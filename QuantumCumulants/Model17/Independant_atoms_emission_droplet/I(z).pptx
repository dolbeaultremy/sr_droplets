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24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13176-8C9B-8B92-E908-607EC6FD0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DEEAC-F643-ABA6-8124-D93F790B7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CF52E-0A0B-79E0-4031-2C04E2C3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75E4-0A5F-4F7A-8189-5C7A3C109B1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E73C3-D93B-5E2F-AF00-04D644D68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2FFB1-3E06-B201-063C-6DE8269D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5607-6725-406F-B647-8243AA0FE4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28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7E0E-CCF1-CFE5-6E89-4C4D86C7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A3D7E-CC68-1221-6EA2-68E77EDBD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605C-7576-C047-8A9A-48528CA73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75E4-0A5F-4F7A-8189-5C7A3C109B1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58133-297D-9F49-7A54-D2AB2457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980AC-2094-17B7-5B07-C9CD2D68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5607-6725-406F-B647-8243AA0FE4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666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B7EF-7B4A-A4D8-63B0-1BDEFD2C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71CBD-E5A7-F18F-BB1E-974A03C9F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C5806-FF1C-1565-53B0-5F4DD487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75E4-0A5F-4F7A-8189-5C7A3C109B1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67264-C2CD-9D2F-5EB1-5F14D3C28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2ED5-A51F-EF32-E836-8B2665E90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5607-6725-406F-B647-8243AA0FE4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29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69D0A-B11A-3508-39A9-9EF0590D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3D29-68C6-7885-42C8-079CF1BFA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37D43-D963-F231-BA31-F54E58E3C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A4E2A-D69E-DA53-9E17-1366E016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75E4-0A5F-4F7A-8189-5C7A3C109B1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A56F-CCFE-3483-088C-F315ADCF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C654E-20E7-D8AF-5F94-ACC1AAF66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5607-6725-406F-B647-8243AA0FE4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13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8DE1-56DB-DB97-0336-C314AAD0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36F50-02B3-7103-99CD-216A28DA1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604A7-925E-5CFC-0948-F26044BA0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6166C-9065-D75C-B240-7CE4721ED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77A3B4-FB17-9D77-34D8-44F872BD1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3D85F-96AE-4A2D-8F6A-A279E1F45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75E4-0A5F-4F7A-8189-5C7A3C109B1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891216-AEE9-57F2-8690-4381D332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4BF8F-028E-C1AF-D80E-788EAA88D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5607-6725-406F-B647-8243AA0FE4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1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67CC3-E20F-8CE8-9DD8-F3968508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A39663-F2B9-4DC0-DEB0-8F5784F10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75E4-0A5F-4F7A-8189-5C7A3C109B1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E14B0-555C-146B-2ED9-4DE0DF0A3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898E4-F475-787A-4D6A-88D7EB93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5607-6725-406F-B647-8243AA0FE4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941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6E42D3-2D1A-1D67-EEC0-41299396E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75E4-0A5F-4F7A-8189-5C7A3C109B1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B0532B-9921-4739-617E-6DEC186E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EB103-EBBF-F201-E9B5-8F136D1A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5607-6725-406F-B647-8243AA0FE4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17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D50A-8C0B-E7A2-6310-2F6E47F59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2AC92-7FDC-4496-475A-C17DFEF18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5ABB1-0140-057E-FC7B-D61F53361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1BAA7-39D9-307F-8D95-1035136B4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75E4-0A5F-4F7A-8189-5C7A3C109B1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A33A8-D25B-AF8F-956C-7597B5A7F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43209-E5EC-122F-713C-F9FA56D1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5607-6725-406F-B647-8243AA0FE4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48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1AB3E-D31C-43AF-B447-07F984C4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1242ED-4E62-6E7F-F410-902620F212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BBA0F-0090-F8F1-84CC-A37A4412B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86222-9C17-4B4D-CFE2-3F68106E3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75E4-0A5F-4F7A-8189-5C7A3C109B1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C184E-178F-335B-A104-8BF1445C0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7A87B-45C1-EBC0-5210-EC1E9777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5607-6725-406F-B647-8243AA0FE4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04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DA73A-D1D6-D78C-B222-27387F15C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3266A-01BE-E5F5-8A39-576D06F06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9356A-6473-A0B5-8470-B4020C0F8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75E4-0A5F-4F7A-8189-5C7A3C109B1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34D00-4DC3-02DD-19EC-FCE91BC0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E46CA-5A5A-539A-F92A-A1C7478DB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5607-6725-406F-B647-8243AA0FE4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339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042045-433A-B0C2-87C7-04F263CA8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9E422-2BF8-5E17-F154-4A6A20C3F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9DE10-1B76-17D0-2673-1515ECCDD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75E4-0A5F-4F7A-8189-5C7A3C109B1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90C1E-6066-6A32-FB57-C6852EE2A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FE2F1-0A75-0F3B-9954-7A5F86F69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5607-6725-406F-B647-8243AA0FE4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84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9A1029-AEE3-FE9A-E461-40A396202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82D24-C7A5-2C02-C3C4-D34FC513A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1225D-F4CB-48C4-13FD-A4F6D7810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075E4-0A5F-4F7A-8189-5C7A3C109B1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2ADC7-2ABE-50E1-759B-95EF0C4B1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170A5-74C4-EDFC-F489-25BC82F59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E5607-6725-406F-B647-8243AA0FE4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52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31D50C7-9963-3A6C-E521-3C5DB68A326A}"/>
              </a:ext>
            </a:extLst>
          </p:cNvPr>
          <p:cNvCxnSpPr>
            <a:cxnSpLocks/>
          </p:cNvCxnSpPr>
          <p:nvPr/>
        </p:nvCxnSpPr>
        <p:spPr>
          <a:xfrm>
            <a:off x="4183380" y="1951667"/>
            <a:ext cx="0" cy="2957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336ADA-34C8-E318-51E9-20C8F02FCCBE}"/>
              </a:ext>
            </a:extLst>
          </p:cNvPr>
          <p:cNvSpPr txBox="1"/>
          <p:nvPr/>
        </p:nvSpPr>
        <p:spPr>
          <a:xfrm>
            <a:off x="3897724" y="4637717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</a:t>
            </a:r>
            <a:endParaRPr lang="en-GB" dirty="0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848E5454-B91A-8076-ED8A-5726DC06D5F8}"/>
              </a:ext>
            </a:extLst>
          </p:cNvPr>
          <p:cNvSpPr/>
          <p:nvPr/>
        </p:nvSpPr>
        <p:spPr>
          <a:xfrm>
            <a:off x="4402455" y="2337435"/>
            <a:ext cx="114299" cy="14287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40EEDE40-C96B-716B-3172-ACF5D9F897FE}"/>
              </a:ext>
            </a:extLst>
          </p:cNvPr>
          <p:cNvSpPr/>
          <p:nvPr/>
        </p:nvSpPr>
        <p:spPr>
          <a:xfrm>
            <a:off x="4402455" y="2651760"/>
            <a:ext cx="114299" cy="14287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3CB00115-472E-520C-180F-2E4CBF28B431}"/>
              </a:ext>
            </a:extLst>
          </p:cNvPr>
          <p:cNvSpPr/>
          <p:nvPr/>
        </p:nvSpPr>
        <p:spPr>
          <a:xfrm>
            <a:off x="4402455" y="2894647"/>
            <a:ext cx="114299" cy="14287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0C8FEC3A-2A31-F245-806B-045354912F0E}"/>
              </a:ext>
            </a:extLst>
          </p:cNvPr>
          <p:cNvSpPr/>
          <p:nvPr/>
        </p:nvSpPr>
        <p:spPr>
          <a:xfrm>
            <a:off x="4402453" y="3106575"/>
            <a:ext cx="114299" cy="14287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59E28934-DBD9-542B-B561-E5EBB7C5A5FD}"/>
              </a:ext>
            </a:extLst>
          </p:cNvPr>
          <p:cNvSpPr/>
          <p:nvPr/>
        </p:nvSpPr>
        <p:spPr>
          <a:xfrm>
            <a:off x="4402455" y="3237545"/>
            <a:ext cx="114299" cy="14287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2B6C7E44-38F3-A01D-F730-6FE09CECD17A}"/>
              </a:ext>
            </a:extLst>
          </p:cNvPr>
          <p:cNvSpPr/>
          <p:nvPr/>
        </p:nvSpPr>
        <p:spPr>
          <a:xfrm>
            <a:off x="4402454" y="3475670"/>
            <a:ext cx="114299" cy="14287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E84AA6DE-00AC-C3C6-3930-1676BB877E8E}"/>
              </a:ext>
            </a:extLst>
          </p:cNvPr>
          <p:cNvSpPr/>
          <p:nvPr/>
        </p:nvSpPr>
        <p:spPr>
          <a:xfrm>
            <a:off x="4402454" y="3747130"/>
            <a:ext cx="114299" cy="14287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21ECF08A-DB55-6701-3DBF-36BE6D244FFD}"/>
              </a:ext>
            </a:extLst>
          </p:cNvPr>
          <p:cNvSpPr/>
          <p:nvPr/>
        </p:nvSpPr>
        <p:spPr>
          <a:xfrm>
            <a:off x="4402454" y="4156705"/>
            <a:ext cx="114299" cy="14287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F0FA3EF3-DD77-7368-9C4F-C9CA47394E96}"/>
              </a:ext>
            </a:extLst>
          </p:cNvPr>
          <p:cNvSpPr/>
          <p:nvPr/>
        </p:nvSpPr>
        <p:spPr>
          <a:xfrm>
            <a:off x="4402453" y="4566280"/>
            <a:ext cx="114299" cy="14287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77F94EF4-F232-585F-4B65-139164204B40}"/>
              </a:ext>
            </a:extLst>
          </p:cNvPr>
          <p:cNvSpPr/>
          <p:nvPr/>
        </p:nvSpPr>
        <p:spPr>
          <a:xfrm>
            <a:off x="4402453" y="1987393"/>
            <a:ext cx="114299" cy="14287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7DDE036D-76CC-9BFD-140D-96605F3914DF}"/>
              </a:ext>
            </a:extLst>
          </p:cNvPr>
          <p:cNvSpPr/>
          <p:nvPr/>
        </p:nvSpPr>
        <p:spPr>
          <a:xfrm>
            <a:off x="4396101" y="3006564"/>
            <a:ext cx="114299" cy="14287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FD1BF5-F845-59AB-FF9D-AD2C54621C5E}"/>
              </a:ext>
            </a:extLst>
          </p:cNvPr>
          <p:cNvCxnSpPr>
            <a:cxnSpLocks/>
          </p:cNvCxnSpPr>
          <p:nvPr/>
        </p:nvCxnSpPr>
        <p:spPr>
          <a:xfrm flipH="1">
            <a:off x="4456426" y="1168006"/>
            <a:ext cx="6352" cy="5562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FF9A656-98B2-79E1-BFD9-1EACBCA53296}"/>
                  </a:ext>
                </a:extLst>
              </p:cNvPr>
              <p:cNvSpPr txBox="1"/>
              <p:nvPr/>
            </p:nvSpPr>
            <p:spPr>
              <a:xfrm>
                <a:off x="4402453" y="1209797"/>
                <a:ext cx="882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𝑖𝑛𝑐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FF9A656-98B2-79E1-BFD9-1EACBCA53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453" y="1209797"/>
                <a:ext cx="882486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040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Song, Ximeng</dc:creator>
  <cp:lastModifiedBy>Song, Ximeng</cp:lastModifiedBy>
  <cp:revision>1</cp:revision>
  <dcterms:created xsi:type="dcterms:W3CDTF">2026-01-15T09:46:57Z</dcterms:created>
  <dcterms:modified xsi:type="dcterms:W3CDTF">2026-01-15T14:38:29Z</dcterms:modified>
</cp:coreProperties>
</file>