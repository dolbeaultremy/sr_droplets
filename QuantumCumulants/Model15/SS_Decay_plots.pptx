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06FE-4EBD-1703-8055-8D0A1CF75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C2BE2-0081-1AC3-AC83-3A546AC21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36897-4988-7039-05A2-29EE8F77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53825-DAEC-7F03-5B8F-30A2322AC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069DB-E4B6-7354-570C-1B1950BC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63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0EBD-7761-2F5E-D512-04E46A15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3895-9DE9-6EB6-096F-8FC8C272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9F3E1-1C14-C6DF-8556-342B811B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BDCC4-2BE0-BD41-BB3B-A4BED56A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DE648-6918-2DCF-FAB8-70C46FEC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68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395F-548A-8C91-A31C-C1945DF74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22732-22C6-AE59-4A86-0F1BABF3E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A40-5F36-6F1E-81DD-AF132BC9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F4DD9-429F-3225-A04F-90415506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E644-6496-8D87-E874-D449D7D8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50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C8A9-62C7-89FE-4790-A2AF1D9D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FC4B4-8413-B64E-BC13-99335CF4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B5E8A-37FB-01D1-8502-F955BAE84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A63B-1E55-8FFC-1C28-8C1D54ED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D98D0-DAE3-D670-DB12-FE56AF43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6960F-53A0-BDB2-C605-55373443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97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486A-B626-11ED-FF6C-88C7C33C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FF9F-22D6-516F-C012-ACF138422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C9A12-8C32-A385-BDCB-4A3F30C4E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60AF8-59BD-DF13-4F97-420DA8A87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8D089-3F9D-87B8-111F-F7E9E4190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70C00-826F-39A8-218A-2E5191407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73B39-39C5-BC8B-F2FB-1046FDDA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254D7-2AD8-5AC3-1B24-D9EF683C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4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94D61-6068-FF8F-856F-69BA2BFE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08D7E-FB13-0F1E-5060-AACBA2EF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2758B-2274-1F35-D494-8DAF207E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927B9-CAC3-27BF-3418-AE13B754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46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E202A-5BCB-B9A6-E234-FA29CB60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4DD0E7-32C4-04EF-AF65-4E316777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1B0D7-3265-B442-A26B-B6BE069E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952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8D6B-17F1-48BB-C828-9B84F30B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8EDD7-8AB8-690E-67DE-6AF956300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2B4B0-D04D-D213-F53A-A4508D53E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9FEDA-D672-6079-35BE-C6259518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0941A-BD7D-6E55-3859-35570114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FA92E-145E-90FD-3D79-1705CDCB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18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EB07-7CBC-F1E3-B0C0-0CC0145F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FB037-388E-4BDF-F651-5E4252A29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D7738-28C0-0986-3E99-6F740681D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7B143-D009-11B8-0D43-D80B890C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73349-FECC-9659-B5C2-C7EAF59C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E4F6-908B-EA84-A461-87A67A6C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9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6C1C-24A7-6BEC-6221-0BFF0F75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840F3-01E8-E51D-908E-00B00704D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EF06E-C7C4-BFB3-4A2B-E700D0A7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CDD61-297D-7C32-2B65-9C855FAB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0B1E-8C0E-1BD5-E7F1-B8B4D8B8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20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462B28-7753-3771-4A97-91C5EC84E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D5806-8060-3676-2FDA-575CE6A4C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3DD27-95EC-1190-42FC-EFBBDE20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E8FAD-97D3-B70F-D4AA-282FF6EC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C3BA0-5879-59B5-C3A8-B6CA2ECD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10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7DBC7-4439-9943-D17D-4781C53D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3AE3D-562A-7405-5DBA-C0C35FE90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02761-112F-4A7A-47D9-B81BC2614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5807F-EBCA-4625-9284-81CFBC35921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B36CF-8561-833D-D903-05EA826FE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8BE0-3E61-10D1-6563-6573AE6AE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13E53-94C8-4B7E-84B2-4DA2DC021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810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86362D1-73B3-3166-ADE7-96F3D880B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799" y="1646238"/>
            <a:ext cx="202882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71420B2E-178B-A04A-D800-F5D943712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698" y="3305176"/>
            <a:ext cx="3171825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E10CE89-8535-529C-CA48-328CE68A8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11276"/>
            <a:ext cx="942975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6B825D2B-AED4-617B-F398-7868C3ADE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499" y="4184649"/>
            <a:ext cx="180022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6942FB-4146-9DD7-21AC-D9BDF4EFC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9502" y="2900042"/>
            <a:ext cx="4253298" cy="354808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AFC65D-3E3F-3CDB-EB48-B719C7C7B862}"/>
              </a:ext>
            </a:extLst>
          </p:cNvPr>
          <p:cNvCxnSpPr>
            <a:cxnSpLocks/>
            <a:stCxn id="1026" idx="2"/>
          </p:cNvCxnSpPr>
          <p:nvPr/>
        </p:nvCxnSpPr>
        <p:spPr>
          <a:xfrm>
            <a:off x="4240212" y="2074863"/>
            <a:ext cx="350838" cy="1544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0F4A35-5C6D-D257-AB10-85776DC7D38F}"/>
              </a:ext>
            </a:extLst>
          </p:cNvPr>
          <p:cNvCxnSpPr>
            <a:cxnSpLocks/>
          </p:cNvCxnSpPr>
          <p:nvPr/>
        </p:nvCxnSpPr>
        <p:spPr>
          <a:xfrm flipH="1">
            <a:off x="5605463" y="1646238"/>
            <a:ext cx="910430" cy="2230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C3EE96-B9E0-13E8-A19B-4A5D730447B9}"/>
              </a:ext>
            </a:extLst>
          </p:cNvPr>
          <p:cNvCxnSpPr/>
          <p:nvPr/>
        </p:nvCxnSpPr>
        <p:spPr>
          <a:xfrm>
            <a:off x="5524500" y="1311276"/>
            <a:ext cx="0" cy="5022849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13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Song, Ximeng</dc:creator>
  <cp:lastModifiedBy>Song, Ximeng</cp:lastModifiedBy>
  <cp:revision>1</cp:revision>
  <dcterms:created xsi:type="dcterms:W3CDTF">2025-12-18T08:52:39Z</dcterms:created>
  <dcterms:modified xsi:type="dcterms:W3CDTF">2025-12-19T10:57:47Z</dcterms:modified>
</cp:coreProperties>
</file>