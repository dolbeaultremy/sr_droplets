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4F6F-8452-B74A-7E61-843A012BB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3EE16-9686-1028-2ED8-9489B0C75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7E8A0-8C01-1C3A-420B-FED01B19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B645-8F25-679F-022C-D80EA87C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0B16-93B4-71AB-90D4-E74C55CA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47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A27D-1F28-8847-BCCE-75C5C32F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FD99-754C-3FF3-D8A4-08DFFC612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B84B8-1804-85FD-86BA-9FC4D647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99AC-988A-6F46-EF4B-7AB03E04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0FD94-7227-A44A-6AF4-9E0AFC5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72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0820-57C4-A319-4347-16E0ABE9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A0FF-3432-1E90-DF61-A77C1A2A0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808D1-D2A3-7994-E81D-55E0E25C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9A3F2-135D-C050-A90A-C98534BC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AEC09-73A3-1E2C-9EDA-7C531763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A9E7-F5E5-BACD-92FF-CBA27C55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12599-807E-0C02-F5DA-8E7CA14E7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3DF32-0811-FECC-EC87-CA00294B6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130-726F-25F1-8DE7-55CE29A6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B5D4-CEFB-78B9-B165-CED6306C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72C8D-CB6B-105E-5D46-B379BAEF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34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BD9D-2972-3B5D-72A9-13166E8E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BDC2A-FC01-43C7-7DAB-8C22DEDE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D82C-8F21-7B9C-F14A-34AF078DF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4354A-B6D5-244D-EB3F-AD876C3B9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E30AE-FABF-2B8F-9201-ACD2EE4CF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62C06-8D41-DB4F-C987-39A02F9F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0A998-AE40-B119-662C-B5F43B14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924B5-92C4-9F1F-BF7B-9C6B7182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06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372F-BFDA-11CD-4041-6DD682B4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156542-725F-F036-65BD-67AD54DA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98F62-E0C3-CE9F-902B-059CFCC6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0DA53-2DD8-A199-1347-32B46DFC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22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324CA-80E1-C2FA-D1E3-19607624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F9A82-0692-D012-821F-49184C0B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1BA36-BEB3-472D-B73F-3A1FB488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62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8B90-AA91-A979-86C8-802F554E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24E2-AE79-BB64-9DC8-31296B66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5C499-9E8D-F579-FC73-C463D7069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9453E-A256-8F6F-FF79-6081DC3B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BDF7B-3B4E-11E2-7A35-0C048199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D3E1-E41C-EDEF-B5EB-2EFDE2F5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38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D752-07D6-5DCD-E275-A2CDCDC6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8A90D-0D20-66D7-8765-B648FA9C1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9C585-03B6-FA2F-8C62-00D186FF7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257D1-7B0A-FC9C-B996-CE68C0A3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FE5A1-D2E5-A759-FEA6-BC765F24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46718-122E-8EFE-1325-AFBD6C14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27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F804-9D4A-165C-C845-014F2E47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38940-9A83-9FC6-0BA7-97BB51C36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E7E1-1CE4-6B8D-2359-F45E650F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914D3-4D2A-FDC9-5D43-A065FC6F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48568-C3FE-5E0B-C16F-CCBAB076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12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82CDD-EA3C-3494-8295-D54D24448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7E4B0-38DF-2ACF-875B-01FD072BF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D3D86-AE63-C62A-761D-B58B7509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E029-2766-4006-61D9-FCC1BD9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F19B0-A1DA-AF69-EA8E-9E5A14EE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60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CC8B3-D96A-32DF-93A0-3655C83E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9E04-A80F-8C9F-E34E-8ACD8AD4E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2EC51-4BCD-FF53-9241-71BB38F98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AC872-574F-4AEB-A21E-353F292C1DE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01425-382A-0D57-47A4-DBAD6C266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64C5D-8F70-2D09-3C73-E5319AA2C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1AD4A-856F-4099-BB18-41C491876C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52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DF5AE3-55D5-32FB-58F9-11AE69E38FBC}"/>
              </a:ext>
            </a:extLst>
          </p:cNvPr>
          <p:cNvCxnSpPr/>
          <p:nvPr/>
        </p:nvCxnSpPr>
        <p:spPr>
          <a:xfrm flipV="1">
            <a:off x="2190750" y="1438275"/>
            <a:ext cx="0" cy="3419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0EA354-BED4-C50E-22AB-21F7B003CAB5}"/>
              </a:ext>
            </a:extLst>
          </p:cNvPr>
          <p:cNvSpPr txBox="1"/>
          <p:nvPr/>
        </p:nvSpPr>
        <p:spPr>
          <a:xfrm>
            <a:off x="1895475" y="1285875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2BD96F-D897-DD82-A3F9-6833EA1EAA64}"/>
              </a:ext>
            </a:extLst>
          </p:cNvPr>
          <p:cNvCxnSpPr/>
          <p:nvPr/>
        </p:nvCxnSpPr>
        <p:spPr>
          <a:xfrm>
            <a:off x="2948940" y="289560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7A0838-8E4D-B8EE-061B-D759A1147BE3}"/>
              </a:ext>
            </a:extLst>
          </p:cNvPr>
          <p:cNvCxnSpPr/>
          <p:nvPr/>
        </p:nvCxnSpPr>
        <p:spPr>
          <a:xfrm>
            <a:off x="3489960" y="267462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F7BA21-7DF6-7FC2-8AD3-BACA9C536D02}"/>
              </a:ext>
            </a:extLst>
          </p:cNvPr>
          <p:cNvCxnSpPr/>
          <p:nvPr/>
        </p:nvCxnSpPr>
        <p:spPr>
          <a:xfrm>
            <a:off x="3954780" y="243840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E885AB-051E-81A7-AF7F-251A08911C4A}"/>
              </a:ext>
            </a:extLst>
          </p:cNvPr>
          <p:cNvCxnSpPr/>
          <p:nvPr/>
        </p:nvCxnSpPr>
        <p:spPr>
          <a:xfrm>
            <a:off x="4495800" y="221742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3435E5-53E1-FCF3-41A8-10D3AC275A8F}"/>
              </a:ext>
            </a:extLst>
          </p:cNvPr>
          <p:cNvCxnSpPr/>
          <p:nvPr/>
        </p:nvCxnSpPr>
        <p:spPr>
          <a:xfrm>
            <a:off x="3611880" y="419862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962F7F-D333-F6AC-8074-05C88CB912E8}"/>
              </a:ext>
            </a:extLst>
          </p:cNvPr>
          <p:cNvCxnSpPr/>
          <p:nvPr/>
        </p:nvCxnSpPr>
        <p:spPr>
          <a:xfrm>
            <a:off x="4152900" y="397764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79E725-02BB-A5C3-A083-A638E5B225D1}"/>
              </a:ext>
            </a:extLst>
          </p:cNvPr>
          <p:cNvCxnSpPr/>
          <p:nvPr/>
        </p:nvCxnSpPr>
        <p:spPr>
          <a:xfrm>
            <a:off x="4678680" y="373380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0D43A1-5B3B-5AC6-24B0-C8E33C782622}"/>
              </a:ext>
            </a:extLst>
          </p:cNvPr>
          <p:cNvCxnSpPr/>
          <p:nvPr/>
        </p:nvCxnSpPr>
        <p:spPr>
          <a:xfrm>
            <a:off x="5219700" y="3512820"/>
            <a:ext cx="342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F994C3-7A2C-FBE5-10B6-F9E1FBE54EC4}"/>
              </a:ext>
            </a:extLst>
          </p:cNvPr>
          <p:cNvSpPr txBox="1"/>
          <p:nvPr/>
        </p:nvSpPr>
        <p:spPr>
          <a:xfrm>
            <a:off x="2735579" y="2649230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-9</a:t>
            </a:r>
            <a:endParaRPr lang="en-GB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44984-D65D-4956-0648-6C24C904AE81}"/>
              </a:ext>
            </a:extLst>
          </p:cNvPr>
          <p:cNvSpPr txBox="1"/>
          <p:nvPr/>
        </p:nvSpPr>
        <p:spPr>
          <a:xfrm>
            <a:off x="3280407" y="2438400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-8</a:t>
            </a:r>
            <a:endParaRPr lang="en-GB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3469F7-047C-814B-5DDB-AC0D7A7067E8}"/>
              </a:ext>
            </a:extLst>
          </p:cNvPr>
          <p:cNvSpPr txBox="1"/>
          <p:nvPr/>
        </p:nvSpPr>
        <p:spPr>
          <a:xfrm>
            <a:off x="3741419" y="2227570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-7</a:t>
            </a:r>
            <a:endParaRPr lang="en-GB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0C4DDE-B5C8-9860-F9A3-C81ABA7555B1}"/>
              </a:ext>
            </a:extLst>
          </p:cNvPr>
          <p:cNvSpPr txBox="1"/>
          <p:nvPr/>
        </p:nvSpPr>
        <p:spPr>
          <a:xfrm>
            <a:off x="4282439" y="2016740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-6</a:t>
            </a:r>
            <a:endParaRPr lang="en-GB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973C2C-DC28-213F-0645-4D274046D7DD}"/>
              </a:ext>
            </a:extLst>
          </p:cNvPr>
          <p:cNvSpPr txBox="1"/>
          <p:nvPr/>
        </p:nvSpPr>
        <p:spPr>
          <a:xfrm>
            <a:off x="3402327" y="3994175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-8</a:t>
            </a:r>
            <a:endParaRPr lang="en-GB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176542-3B7A-13B8-0F57-CA29C33EB2E4}"/>
              </a:ext>
            </a:extLst>
          </p:cNvPr>
          <p:cNvSpPr txBox="1"/>
          <p:nvPr/>
        </p:nvSpPr>
        <p:spPr>
          <a:xfrm>
            <a:off x="3954779" y="3753482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-7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B208A-89FF-7D87-ECFC-BCC0E098195C}"/>
              </a:ext>
            </a:extLst>
          </p:cNvPr>
          <p:cNvSpPr txBox="1"/>
          <p:nvPr/>
        </p:nvSpPr>
        <p:spPr>
          <a:xfrm>
            <a:off x="4469129" y="3517262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-6</a:t>
            </a:r>
            <a:endParaRPr lang="en-GB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F3F59E-4464-5BD8-A32B-E097281A4E03}"/>
              </a:ext>
            </a:extLst>
          </p:cNvPr>
          <p:cNvSpPr txBox="1"/>
          <p:nvPr/>
        </p:nvSpPr>
        <p:spPr>
          <a:xfrm>
            <a:off x="4983479" y="3273422"/>
            <a:ext cx="739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dirty="0"/>
              <a:t>-5</a:t>
            </a:r>
            <a:endParaRPr lang="en-GB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62CEB5-289C-ACA0-C41E-E96B2D9A2E75}"/>
              </a:ext>
            </a:extLst>
          </p:cNvPr>
          <p:cNvCxnSpPr>
            <a:cxnSpLocks/>
          </p:cNvCxnSpPr>
          <p:nvPr/>
        </p:nvCxnSpPr>
        <p:spPr>
          <a:xfrm>
            <a:off x="3158486" y="2999073"/>
            <a:ext cx="491491" cy="98427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67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Andritzky, Giulia Shanti</dc:creator>
  <cp:lastModifiedBy>Andritzky, Giulia Shanti</cp:lastModifiedBy>
  <cp:revision>3</cp:revision>
  <dcterms:created xsi:type="dcterms:W3CDTF">2025-11-06T09:35:01Z</dcterms:created>
  <dcterms:modified xsi:type="dcterms:W3CDTF">2025-11-06T11:31:08Z</dcterms:modified>
</cp:coreProperties>
</file>